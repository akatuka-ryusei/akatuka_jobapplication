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026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6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217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79509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45390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91355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332045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978899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20815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590229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562593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5881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6644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F280E2F-2207-4CE9-9E61-0F84AC327644}" type="datetimeFigureOut">
              <a:rPr kumimoji="1" lang="ja-JP" altLang="en-US" smtClean="0"/>
              <a:t>2026/8/6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82AAA8-433D-40CB-B24D-8C766607C1A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5076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ixabay.com/ja/" TargetMode="External"/><Relationship Id="rId2" Type="http://schemas.openxmlformats.org/officeDocument/2006/relationships/hyperlink" Target="https://game-icons.net/tags.html" TargetMode="External"/><Relationship Id="rId1" Type="http://schemas.openxmlformats.org/officeDocument/2006/relationships/slideLayout" Target="../slideLayouts/slideLayout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kumimoji="1" lang="ja-JP" altLang="en-US" dirty="0" smtClean="0"/>
              <a:t>制作物紹介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 smtClean="0"/>
              <a:t>赤塚　琉聖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1588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ja-JP" dirty="0"/>
              <a:t/>
            </a:r>
            <a:br>
              <a:rPr lang="en-US" altLang="ja-JP" dirty="0"/>
            </a:br>
            <a:r>
              <a:rPr lang="ja-JP" altLang="en-US" dirty="0" smtClean="0"/>
              <a:t>制作物ジャンル</a:t>
            </a:r>
            <a:r>
              <a:rPr lang="en-US" altLang="ja-JP" dirty="0" smtClean="0"/>
              <a:t/>
            </a:r>
            <a:br>
              <a:rPr lang="en-US" altLang="ja-JP" dirty="0" smtClean="0"/>
            </a:br>
            <a:r>
              <a:rPr kumimoji="1" lang="ja-JP" altLang="en-US" dirty="0" smtClean="0"/>
              <a:t>リズムゲーム</a:t>
            </a:r>
            <a:r>
              <a:rPr kumimoji="1" lang="en-US" altLang="ja-JP" dirty="0" smtClean="0"/>
              <a:t/>
            </a:r>
            <a:br>
              <a:rPr kumimoji="1" lang="en-US" altLang="ja-JP" dirty="0" smtClean="0"/>
            </a:br>
            <a:r>
              <a:rPr lang="ja-JP" altLang="en-US" dirty="0"/>
              <a:t>製作</a:t>
            </a:r>
            <a:r>
              <a:rPr lang="ja-JP" altLang="en-US" dirty="0" smtClean="0"/>
              <a:t>期間：２週間程度</a:t>
            </a:r>
            <a:endParaRPr kumimoji="1" lang="ja-JP" altLang="en-US" dirty="0"/>
          </a:p>
        </p:txBody>
      </p:sp>
      <p:pic>
        <p:nvPicPr>
          <p:cNvPr id="5" name="図プレースホルダー 4"/>
          <p:cNvPicPr>
            <a:picLocks noGrp="1" noChangeAspect="1"/>
          </p:cNvPicPr>
          <p:nvPr>
            <p:ph type="pic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83188" y="704675"/>
            <a:ext cx="6172200" cy="4459641"/>
          </a:xfrm>
          <a:prstGeom prst="rect">
            <a:avLst/>
          </a:prstGeom>
        </p:spPr>
      </p:pic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kumimoji="1" lang="ja-JP" altLang="en-US" dirty="0" smtClean="0"/>
              <a:t>このゲームは読み込ませた音楽などを流し、一定の音量を超えたら三種類のノーツを生成しそれを手に入れるか、シールドで防ぐかを見極めるゲームです。</a:t>
            </a:r>
            <a:endParaRPr kumimoji="1" lang="en-US" altLang="ja-JP" dirty="0" smtClean="0"/>
          </a:p>
          <a:p>
            <a:r>
              <a:rPr lang="ja-JP" altLang="en-US" dirty="0" smtClean="0"/>
              <a:t>ステージクリアで手に入れたコインでステータスを強化出来ます。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282438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操作説明</a:t>
            </a:r>
            <a:endParaRPr kumimoji="1" lang="ja-JP" altLang="en-US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 rot="16200000">
            <a:off x="3434712" y="-818311"/>
            <a:ext cx="2102685" cy="7295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ja-JP" dirty="0" smtClean="0"/>
              <a:t>S</a:t>
            </a:r>
            <a:r>
              <a:rPr lang="ja-JP" altLang="en-US" dirty="0" smtClean="0"/>
              <a:t>キー</a:t>
            </a:r>
            <a:r>
              <a:rPr kumimoji="1" lang="ja-JP" altLang="en-US" dirty="0" smtClean="0"/>
              <a:t>：プレイヤーの前方にシールドを生成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en-US" altLang="ja-JP" dirty="0" smtClean="0"/>
              <a:t>A</a:t>
            </a:r>
            <a:r>
              <a:rPr lang="ja-JP" altLang="en-US" dirty="0" smtClean="0"/>
              <a:t>キー</a:t>
            </a:r>
            <a:r>
              <a:rPr kumimoji="1" lang="ja-JP" altLang="en-US" dirty="0" smtClean="0"/>
              <a:t>：チャージされた分の攻撃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en-US" altLang="ja-JP" dirty="0" smtClean="0"/>
              <a:t>W</a:t>
            </a:r>
            <a:r>
              <a:rPr lang="ja-JP" altLang="en-US" dirty="0" smtClean="0"/>
              <a:t>キー：ポーズ、もう一度</a:t>
            </a:r>
            <a:r>
              <a:rPr lang="en-US" altLang="ja-JP" dirty="0" smtClean="0"/>
              <a:t>W</a:t>
            </a:r>
            <a:r>
              <a:rPr lang="ja-JP" altLang="en-US" dirty="0" smtClean="0"/>
              <a:t>キーで三秒後に復帰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245732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 smtClean="0"/>
              <a:t>流れてくるノーツ紹介</a:t>
            </a:r>
            <a:endParaRPr kumimoji="1" lang="ja-JP" altLang="en-US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 rot="16200000">
            <a:off x="4695556" y="-2789768"/>
            <a:ext cx="2655579" cy="11791509"/>
          </a:xfrm>
        </p:spPr>
        <p:txBody>
          <a:bodyPr>
            <a:normAutofit fontScale="85000" lnSpcReduction="10000"/>
          </a:bodyPr>
          <a:lstStyle/>
          <a:p>
            <a:pPr marL="0" indent="0">
              <a:buNone/>
            </a:pPr>
            <a:r>
              <a:rPr kumimoji="1" lang="ja-JP" altLang="en-US" dirty="0" smtClean="0"/>
              <a:t>白色：敵の攻撃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 smtClean="0"/>
              <a:t>シールドで防ぐとスコアとコンボ追加、プレイヤーに当たると</a:t>
            </a:r>
            <a:r>
              <a:rPr lang="en-US" altLang="ja-JP" dirty="0" smtClean="0"/>
              <a:t>HP</a:t>
            </a:r>
            <a:r>
              <a:rPr lang="ja-JP" altLang="en-US" dirty="0" smtClean="0"/>
              <a:t>減少コンボ初期化</a:t>
            </a:r>
            <a:endParaRPr kumimoji="1" lang="en-US" altLang="ja-JP" dirty="0" smtClean="0"/>
          </a:p>
          <a:p>
            <a:pPr marL="0" indent="0">
              <a:buNone/>
            </a:pPr>
            <a:r>
              <a:rPr kumimoji="1" lang="ja-JP" altLang="en-US" dirty="0" smtClean="0">
                <a:solidFill>
                  <a:srgbClr val="FF0000"/>
                </a:solidFill>
              </a:rPr>
              <a:t>赤</a:t>
            </a:r>
            <a:r>
              <a:rPr kumimoji="1" lang="ja-JP" altLang="en-US" dirty="0" smtClean="0"/>
              <a:t>色：プレイヤーの攻撃力アップ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/>
              <a:t>シールドで防ぐとスコアとコンボ追加、プレイヤーに当たる</a:t>
            </a:r>
            <a:r>
              <a:rPr lang="ja-JP" altLang="en-US" dirty="0" smtClean="0"/>
              <a:t>と攻撃力チャージ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 smtClean="0">
                <a:solidFill>
                  <a:schemeClr val="accent4"/>
                </a:solidFill>
              </a:rPr>
              <a:t>黄</a:t>
            </a:r>
            <a:r>
              <a:rPr lang="ja-JP" altLang="en-US" dirty="0" smtClean="0"/>
              <a:t>色：コイン</a:t>
            </a:r>
            <a:endParaRPr lang="en-US" altLang="ja-JP" dirty="0" smtClean="0"/>
          </a:p>
          <a:p>
            <a:pPr marL="0" indent="0">
              <a:buNone/>
            </a:pPr>
            <a:r>
              <a:rPr lang="ja-JP" altLang="en-US" dirty="0"/>
              <a:t>シールドで</a:t>
            </a:r>
            <a:r>
              <a:rPr lang="ja-JP" altLang="en-US" dirty="0" smtClean="0"/>
              <a:t>防ぐとコンボ</a:t>
            </a:r>
            <a:r>
              <a:rPr lang="ja-JP" altLang="en-US" dirty="0"/>
              <a:t>初期化</a:t>
            </a:r>
            <a:r>
              <a:rPr lang="ja-JP" altLang="en-US" dirty="0" smtClean="0"/>
              <a:t>、</a:t>
            </a:r>
            <a:r>
              <a:rPr lang="ja-JP" altLang="en-US" dirty="0"/>
              <a:t>プレイヤーに当たる</a:t>
            </a:r>
            <a:r>
              <a:rPr lang="ja-JP" altLang="en-US" dirty="0" smtClean="0"/>
              <a:t>とコイン獲得</a:t>
            </a:r>
            <a:endParaRPr lang="en-US" altLang="ja-JP" dirty="0"/>
          </a:p>
          <a:p>
            <a:pPr marL="0" indent="0">
              <a:buNone/>
            </a:pP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315883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/>
              <a:t>苦労</a:t>
            </a:r>
            <a:r>
              <a:rPr lang="ja-JP" altLang="en-US" dirty="0" smtClean="0"/>
              <a:t>したところ</a:t>
            </a:r>
            <a:endParaRPr kumimoji="1" lang="ja-JP" altLang="en-US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 rot="16200000">
            <a:off x="3434712" y="-818311"/>
            <a:ext cx="2102685" cy="7295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en-US" altLang="ja-JP" dirty="0" smtClean="0"/>
              <a:t>MP.3</a:t>
            </a:r>
            <a:r>
              <a:rPr kumimoji="1" lang="ja-JP" altLang="en-US" dirty="0" smtClean="0"/>
              <a:t>ファイルを読み込みノーツを生成、からどのようにゲーム性に持っていくのかが苦労した。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4933387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 dirty="0" smtClean="0"/>
              <a:t>プレイヤーや地面などは、</a:t>
            </a:r>
            <a:r>
              <a:rPr lang="en-US" altLang="ja-JP" dirty="0" smtClean="0"/>
              <a:t>Blender </a:t>
            </a:r>
            <a:r>
              <a:rPr lang="ja-JP" altLang="en-US" dirty="0" smtClean="0"/>
              <a:t>で</a:t>
            </a:r>
            <a:r>
              <a:rPr lang="en-US" altLang="ja-JP" dirty="0" smtClean="0"/>
              <a:t>1</a:t>
            </a:r>
            <a:r>
              <a:rPr lang="ja-JP" altLang="en-US" dirty="0" smtClean="0"/>
              <a:t>から作りました。</a:t>
            </a:r>
            <a:endParaRPr kumimoji="1" lang="ja-JP" altLang="en-US" dirty="0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 rot="16200000">
            <a:off x="2887820" y="-271418"/>
            <a:ext cx="3196470" cy="72957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dirty="0" smtClean="0"/>
              <a:t>敵のアイコンなどはこちらから使わせていただきました。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ja-JP" altLang="en-US" dirty="0">
                <a:hlinkClick r:id="rId2"/>
              </a:rPr>
              <a:t>タグ </a:t>
            </a:r>
            <a:r>
              <a:rPr lang="en-US" altLang="ja-JP" dirty="0">
                <a:hlinkClick r:id="rId2"/>
              </a:rPr>
              <a:t>|</a:t>
            </a:r>
            <a:r>
              <a:rPr lang="en-US" altLang="ja-JP" dirty="0" smtClean="0">
                <a:hlinkClick r:id="rId2"/>
              </a:rPr>
              <a:t>Game-icons.net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ja-JP" altLang="en-US" dirty="0" smtClean="0"/>
              <a:t>音楽はこちらから</a:t>
            </a:r>
            <a:endParaRPr kumimoji="1" lang="en-US" altLang="ja-JP" dirty="0" smtClean="0"/>
          </a:p>
          <a:p>
            <a:pPr marL="0" indent="0">
              <a:buNone/>
            </a:pPr>
            <a:r>
              <a:rPr lang="en-US" altLang="ja-JP" dirty="0">
                <a:hlinkClick r:id="rId3"/>
              </a:rPr>
              <a:t>6.200</a:t>
            </a:r>
            <a:r>
              <a:rPr lang="ja-JP" altLang="en-US" dirty="0">
                <a:hlinkClick r:id="rId3"/>
              </a:rPr>
              <a:t>万点以上の高品質なフリー画像素材 </a:t>
            </a:r>
            <a:r>
              <a:rPr lang="en-US" altLang="ja-JP" dirty="0">
                <a:hlinkClick r:id="rId3"/>
              </a:rPr>
              <a:t>- </a:t>
            </a:r>
            <a:r>
              <a:rPr lang="en-US" altLang="ja-JP" dirty="0" err="1">
                <a:hlinkClick r:id="rId3"/>
              </a:rPr>
              <a:t>Pixabay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3535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212</Words>
  <Application>Microsoft Office PowerPoint</Application>
  <PresentationFormat>ワイド画面</PresentationFormat>
  <Paragraphs>23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制作物紹介</vt:lpstr>
      <vt:lpstr> 制作物ジャンル リズムゲーム 製作期間：２週間程度</vt:lpstr>
      <vt:lpstr>操作説明</vt:lpstr>
      <vt:lpstr>流れてくるノーツ紹介</vt:lpstr>
      <vt:lpstr>苦労したところ</vt:lpstr>
      <vt:lpstr>プレイヤーや地面などは、Blender で1から作りました。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制作物紹介</dc:title>
  <dc:creator>student</dc:creator>
  <cp:lastModifiedBy> </cp:lastModifiedBy>
  <cp:revision>9</cp:revision>
  <dcterms:created xsi:type="dcterms:W3CDTF">2026-07-23T07:36:27Z</dcterms:created>
  <dcterms:modified xsi:type="dcterms:W3CDTF">2026-08-06T04:06:55Z</dcterms:modified>
</cp:coreProperties>
</file>
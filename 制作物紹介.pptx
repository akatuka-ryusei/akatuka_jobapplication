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46" d="100"/>
          <a:sy n="46" d="100"/>
        </p:scale>
        <p:origin x="6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0E2F-2207-4CE9-9E61-0F84AC327644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AAA8-433D-40CB-B24D-8C766607C1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217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0E2F-2207-4CE9-9E61-0F84AC327644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AAA8-433D-40CB-B24D-8C766607C1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9509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0E2F-2207-4CE9-9E61-0F84AC327644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AAA8-433D-40CB-B24D-8C766607C1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390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0E2F-2207-4CE9-9E61-0F84AC327644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AAA8-433D-40CB-B24D-8C766607C1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13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0E2F-2207-4CE9-9E61-0F84AC327644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AAA8-433D-40CB-B24D-8C766607C1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3204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0E2F-2207-4CE9-9E61-0F84AC327644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AAA8-433D-40CB-B24D-8C766607C1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9788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0E2F-2207-4CE9-9E61-0F84AC327644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AAA8-433D-40CB-B24D-8C766607C1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208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0E2F-2207-4CE9-9E61-0F84AC327644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AAA8-433D-40CB-B24D-8C766607C1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9022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0E2F-2207-4CE9-9E61-0F84AC327644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AAA8-433D-40CB-B24D-8C766607C1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6259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0E2F-2207-4CE9-9E61-0F84AC327644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AAA8-433D-40CB-B24D-8C766607C1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588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80E2F-2207-4CE9-9E61-0F84AC327644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AAA8-433D-40CB-B24D-8C766607C1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6644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80E2F-2207-4CE9-9E61-0F84AC327644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2AAA8-433D-40CB-B24D-8C766607C1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507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ja/" TargetMode="External"/><Relationship Id="rId2" Type="http://schemas.openxmlformats.org/officeDocument/2006/relationships/hyperlink" Target="https://game-icons.net/tags.html" TargetMode="Externa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制作物紹介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赤塚　琉聖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3158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制作物ジャンル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kumimoji="1" lang="ja-JP" altLang="en-US" dirty="0" smtClean="0"/>
              <a:t>リズムゲーム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/>
              <a:t>製作</a:t>
            </a:r>
            <a:r>
              <a:rPr lang="ja-JP" altLang="en-US" dirty="0" smtClean="0"/>
              <a:t>期間</a:t>
            </a:r>
            <a:r>
              <a:rPr lang="ja-JP" altLang="en-US" dirty="0" smtClean="0"/>
              <a:t>：</a:t>
            </a:r>
            <a:r>
              <a:rPr lang="en-US" altLang="ja-JP" dirty="0" smtClean="0"/>
              <a:t>2026</a:t>
            </a:r>
            <a:r>
              <a:rPr lang="ja-JP" altLang="en-US" dirty="0" smtClean="0"/>
              <a:t>年</a:t>
            </a:r>
            <a:r>
              <a:rPr lang="en-US" altLang="ja-JP" dirty="0" smtClean="0"/>
              <a:t>7</a:t>
            </a:r>
            <a:r>
              <a:rPr lang="ja-JP" altLang="en-US" dirty="0" smtClean="0"/>
              <a:t>月</a:t>
            </a:r>
            <a:r>
              <a:rPr lang="en-US" altLang="ja-JP" dirty="0" smtClean="0"/>
              <a:t>2</a:t>
            </a:r>
            <a:r>
              <a:rPr lang="ja-JP" altLang="en-US" dirty="0" smtClean="0"/>
              <a:t>日～</a:t>
            </a:r>
            <a:r>
              <a:rPr lang="en-US" altLang="ja-JP" dirty="0"/>
              <a:t> 2026</a:t>
            </a:r>
            <a:r>
              <a:rPr lang="ja-JP" altLang="en-US" dirty="0"/>
              <a:t>年</a:t>
            </a:r>
            <a:r>
              <a:rPr lang="en-US" altLang="ja-JP" dirty="0"/>
              <a:t>7</a:t>
            </a:r>
            <a:r>
              <a:rPr lang="ja-JP" altLang="en-US" dirty="0" smtClean="0"/>
              <a:t>月</a:t>
            </a:r>
            <a:r>
              <a:rPr lang="en-US" altLang="ja-JP" dirty="0" smtClean="0"/>
              <a:t>10</a:t>
            </a:r>
            <a:r>
              <a:rPr lang="ja-JP" altLang="en-US" dirty="0" smtClean="0"/>
              <a:t>日</a:t>
            </a:r>
            <a:endParaRPr kumimoji="1" lang="ja-JP" altLang="en-US" dirty="0"/>
          </a:p>
        </p:txBody>
      </p:sp>
      <p:pic>
        <p:nvPicPr>
          <p:cNvPr id="5" name="図プレースホルダー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704675"/>
            <a:ext cx="6172200" cy="4459641"/>
          </a:xfrm>
          <a:prstGeom prst="rect">
            <a:avLst/>
          </a:prstGeom>
        </p:spPr>
      </p:pic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kumimoji="1" lang="ja-JP" altLang="en-US" dirty="0" smtClean="0"/>
              <a:t>このゲームは読み込ませた音楽などを流し、一定の音量を超えたら三種類のノーツを生成しそれを手に入れるか、シールドで防ぐかを見極めるゲームです。</a:t>
            </a:r>
            <a:endParaRPr kumimoji="1" lang="en-US" altLang="ja-JP" dirty="0" smtClean="0"/>
          </a:p>
          <a:p>
            <a:r>
              <a:rPr lang="ja-JP" altLang="en-US" dirty="0" smtClean="0"/>
              <a:t>ステージクリアで手に入れたコインでステータスを強化出来ます。</a:t>
            </a:r>
            <a:endParaRPr lang="en-US" altLang="ja-JP" dirty="0" smtClean="0"/>
          </a:p>
          <a:p>
            <a:endParaRPr kumimoji="1" lang="en-US" altLang="ja-JP" dirty="0"/>
          </a:p>
          <a:p>
            <a:r>
              <a:rPr lang="en-US" altLang="ja-JP" dirty="0" smtClean="0"/>
              <a:t>※</a:t>
            </a:r>
            <a:r>
              <a:rPr lang="ja-JP" altLang="en-US" dirty="0" smtClean="0"/>
              <a:t>著作権の関係で著作権フリーの音楽をこちらで選ばせてもらいました。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28243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操作説明</a:t>
            </a:r>
            <a:endParaRPr kumimoji="1" lang="ja-JP" altLang="en-US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 rot="16200000">
            <a:off x="3434712" y="-818311"/>
            <a:ext cx="2102685" cy="7295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 smtClean="0"/>
              <a:t>S</a:t>
            </a:r>
            <a:r>
              <a:rPr lang="ja-JP" altLang="en-US" dirty="0" smtClean="0"/>
              <a:t>キー</a:t>
            </a:r>
            <a:r>
              <a:rPr kumimoji="1" lang="ja-JP" altLang="en-US" dirty="0" smtClean="0"/>
              <a:t>：プレイヤーの前方にシールドを生成</a:t>
            </a:r>
            <a:endParaRPr kumimoji="1" lang="en-US" altLang="ja-JP" dirty="0" smtClean="0"/>
          </a:p>
          <a:p>
            <a:pPr marL="0" indent="0">
              <a:buNone/>
            </a:pPr>
            <a:r>
              <a:rPr lang="en-US" altLang="ja-JP" dirty="0" smtClean="0"/>
              <a:t>A</a:t>
            </a:r>
            <a:r>
              <a:rPr lang="ja-JP" altLang="en-US" dirty="0" smtClean="0"/>
              <a:t>キー</a:t>
            </a:r>
            <a:r>
              <a:rPr kumimoji="1" lang="ja-JP" altLang="en-US" dirty="0" smtClean="0"/>
              <a:t>：チャージされた分の攻撃</a:t>
            </a:r>
            <a:endParaRPr kumimoji="1" lang="en-US" altLang="ja-JP" dirty="0" smtClean="0"/>
          </a:p>
          <a:p>
            <a:pPr marL="0" indent="0">
              <a:buNone/>
            </a:pPr>
            <a:r>
              <a:rPr lang="en-US" altLang="ja-JP" dirty="0" smtClean="0"/>
              <a:t>W</a:t>
            </a:r>
            <a:r>
              <a:rPr lang="ja-JP" altLang="en-US" dirty="0" smtClean="0"/>
              <a:t>キー：ポーズ、もう一度</a:t>
            </a:r>
            <a:r>
              <a:rPr lang="en-US" altLang="ja-JP" dirty="0" smtClean="0"/>
              <a:t>W</a:t>
            </a:r>
            <a:r>
              <a:rPr lang="ja-JP" altLang="en-US" dirty="0" smtClean="0"/>
              <a:t>キーで三秒後に復帰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2457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流れてくるノーツ紹介</a:t>
            </a:r>
            <a:endParaRPr kumimoji="1" lang="ja-JP" altLang="en-US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 rot="16200000">
            <a:off x="4695556" y="-2789768"/>
            <a:ext cx="2655579" cy="1179150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kumimoji="1" lang="ja-JP" altLang="en-US" dirty="0" smtClean="0"/>
              <a:t>白色：敵の攻撃</a:t>
            </a:r>
            <a:endParaRPr kumimoji="1"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シールドで防ぐとスコアとコンボ追加、プレイヤーに当たると</a:t>
            </a:r>
            <a:r>
              <a:rPr lang="en-US" altLang="ja-JP" dirty="0" smtClean="0"/>
              <a:t>HP</a:t>
            </a:r>
            <a:r>
              <a:rPr lang="ja-JP" altLang="en-US" dirty="0" smtClean="0"/>
              <a:t>減少コンボ初期化</a:t>
            </a:r>
            <a:endParaRPr kumimoji="1" lang="en-US" altLang="ja-JP" dirty="0" smtClean="0"/>
          </a:p>
          <a:p>
            <a:pPr marL="0" indent="0">
              <a:buNone/>
            </a:pPr>
            <a:r>
              <a:rPr kumimoji="1" lang="ja-JP" altLang="en-US" dirty="0" smtClean="0">
                <a:solidFill>
                  <a:srgbClr val="FF0000"/>
                </a:solidFill>
              </a:rPr>
              <a:t>赤</a:t>
            </a:r>
            <a:r>
              <a:rPr kumimoji="1" lang="ja-JP" altLang="en-US" dirty="0" smtClean="0"/>
              <a:t>色：プレイヤーの攻撃力アップ</a:t>
            </a:r>
            <a:endParaRPr kumimoji="1" lang="en-US" altLang="ja-JP" dirty="0" smtClean="0"/>
          </a:p>
          <a:p>
            <a:pPr marL="0" indent="0">
              <a:buNone/>
            </a:pPr>
            <a:r>
              <a:rPr lang="ja-JP" altLang="en-US" dirty="0"/>
              <a:t>シールドで防ぐとスコアとコンボ追加、プレイヤーに当たる</a:t>
            </a:r>
            <a:r>
              <a:rPr lang="ja-JP" altLang="en-US" dirty="0" smtClean="0"/>
              <a:t>と攻撃力チャージ</a:t>
            </a:r>
            <a:endParaRPr kumimoji="1" lang="en-US" altLang="ja-JP" dirty="0" smtClean="0"/>
          </a:p>
          <a:p>
            <a:pPr marL="0" indent="0">
              <a:buNone/>
            </a:pPr>
            <a:r>
              <a:rPr lang="ja-JP" altLang="en-US" dirty="0" smtClean="0">
                <a:solidFill>
                  <a:schemeClr val="accent4"/>
                </a:solidFill>
              </a:rPr>
              <a:t>黄</a:t>
            </a:r>
            <a:r>
              <a:rPr lang="ja-JP" altLang="en-US" dirty="0" smtClean="0"/>
              <a:t>色：コイン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/>
              <a:t>シールドで</a:t>
            </a:r>
            <a:r>
              <a:rPr lang="ja-JP" altLang="en-US" dirty="0" smtClean="0"/>
              <a:t>防ぐとコンボ</a:t>
            </a:r>
            <a:r>
              <a:rPr lang="ja-JP" altLang="en-US" dirty="0"/>
              <a:t>初期化</a:t>
            </a:r>
            <a:r>
              <a:rPr lang="ja-JP" altLang="en-US" dirty="0" smtClean="0"/>
              <a:t>、</a:t>
            </a:r>
            <a:r>
              <a:rPr lang="ja-JP" altLang="en-US" dirty="0"/>
              <a:t>プレイヤーに当たる</a:t>
            </a:r>
            <a:r>
              <a:rPr lang="ja-JP" altLang="en-US" dirty="0" smtClean="0"/>
              <a:t>とコイン獲得</a:t>
            </a:r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31588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苦労</a:t>
            </a:r>
            <a:r>
              <a:rPr lang="ja-JP" altLang="en-US" dirty="0" smtClean="0"/>
              <a:t>したところ</a:t>
            </a:r>
            <a:endParaRPr kumimoji="1" lang="ja-JP" altLang="en-US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 rot="16200000">
            <a:off x="4540500" y="-1924099"/>
            <a:ext cx="2666207" cy="1007080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kumimoji="1" lang="en-US" altLang="ja-JP" dirty="0" smtClean="0"/>
              <a:t>MP.3</a:t>
            </a:r>
            <a:r>
              <a:rPr kumimoji="1" lang="ja-JP" altLang="en-US" dirty="0" smtClean="0"/>
              <a:t>ファイルを読み込みノーツを生成</a:t>
            </a:r>
            <a:r>
              <a:rPr lang="ja-JP" altLang="en-US" dirty="0" smtClean="0"/>
              <a:t>する処理に苦労しました。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/>
              <a:t>主</a:t>
            </a:r>
            <a:r>
              <a:rPr lang="ja-JP" altLang="en-US" dirty="0" smtClean="0"/>
              <a:t>にどのタイミングでノーツを生成するかが、音楽ごとに違い</a:t>
            </a:r>
            <a:endParaRPr lang="en-US" altLang="ja-JP" dirty="0" smtClean="0"/>
          </a:p>
          <a:p>
            <a:pPr marL="0" indent="0">
              <a:buNone/>
            </a:pPr>
            <a:r>
              <a:rPr kumimoji="1" lang="ja-JP" altLang="en-US" dirty="0" smtClean="0"/>
              <a:t>一定の時間に生成などを使わずリズムゲームとしての要素を残そうと試行錯誤をし、サビ</a:t>
            </a:r>
            <a:r>
              <a:rPr lang="ja-JP" altLang="en-US" dirty="0"/>
              <a:t>に</a:t>
            </a:r>
            <a:r>
              <a:rPr kumimoji="1" lang="ja-JP" altLang="en-US" dirty="0" smtClean="0"/>
              <a:t>なるとどの音楽も音量が大きくなるという共通点を見つけ、一定の音量を超えると生成する処理にしました。</a:t>
            </a:r>
            <a:endParaRPr kumimoji="1" lang="en-US" altLang="ja-JP" dirty="0" smtClean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9333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1041990" y="680483"/>
            <a:ext cx="5039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 smtClean="0"/>
              <a:t>今後の追加したい要素</a:t>
            </a:r>
            <a:endParaRPr kumimoji="1" lang="ja-JP" altLang="en-US" sz="36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127051" y="2275367"/>
            <a:ext cx="93566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・最初に</a:t>
            </a:r>
            <a:r>
              <a:rPr lang="en-US" altLang="ja-JP" sz="2400" dirty="0" smtClean="0"/>
              <a:t>MP.3</a:t>
            </a:r>
            <a:r>
              <a:rPr lang="ja-JP" altLang="en-US" sz="2400" dirty="0" smtClean="0"/>
              <a:t>ファイルを入れる場所を作り好きな音楽を流せるようにしたい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（現状ゲームを作る段階でファイルを入れるしかなく、作成者しか入れない）</a:t>
            </a:r>
            <a:endParaRPr kumimoji="1" lang="en-US" altLang="ja-JP" sz="2400" dirty="0" smtClean="0"/>
          </a:p>
          <a:p>
            <a:r>
              <a:rPr lang="ja-JP" altLang="en-US" sz="2400" dirty="0" smtClean="0"/>
              <a:t>・ステージをさらに追加しもっと見やすいようにしたい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51435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プレイヤーや地面などは、</a:t>
            </a:r>
            <a:r>
              <a:rPr lang="en-US" altLang="ja-JP" dirty="0" smtClean="0"/>
              <a:t>Blender </a:t>
            </a:r>
            <a:r>
              <a:rPr lang="ja-JP" altLang="en-US" dirty="0" smtClean="0"/>
              <a:t>で</a:t>
            </a:r>
            <a:r>
              <a:rPr lang="en-US" altLang="ja-JP" dirty="0" smtClean="0"/>
              <a:t>1</a:t>
            </a:r>
            <a:r>
              <a:rPr lang="ja-JP" altLang="en-US" dirty="0" smtClean="0"/>
              <a:t>から作りました。</a:t>
            </a:r>
            <a:endParaRPr kumimoji="1" lang="ja-JP" altLang="en-US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 rot="16200000">
            <a:off x="2275424" y="340978"/>
            <a:ext cx="4421262" cy="7295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 smtClean="0"/>
              <a:t>敵のアイコンなどはこちらから使わせていただきました。</a:t>
            </a:r>
            <a:endParaRPr kumimoji="1" lang="en-US" altLang="ja-JP" dirty="0" smtClean="0"/>
          </a:p>
          <a:p>
            <a:pPr marL="0" indent="0">
              <a:buNone/>
            </a:pPr>
            <a:r>
              <a:rPr lang="ja-JP" altLang="en-US" dirty="0">
                <a:hlinkClick r:id="rId2"/>
              </a:rPr>
              <a:t>タグ </a:t>
            </a:r>
            <a:r>
              <a:rPr lang="en-US" altLang="ja-JP" dirty="0">
                <a:hlinkClick r:id="rId2"/>
              </a:rPr>
              <a:t>|</a:t>
            </a:r>
            <a:r>
              <a:rPr lang="en-US" altLang="ja-JP" dirty="0" smtClean="0">
                <a:hlinkClick r:id="rId2"/>
              </a:rPr>
              <a:t>Game-icons.net</a:t>
            </a:r>
            <a:endParaRPr lang="en-US" altLang="ja-JP" dirty="0" smtClean="0"/>
          </a:p>
          <a:p>
            <a:pPr marL="0" indent="0">
              <a:buNone/>
            </a:pPr>
            <a:r>
              <a:rPr kumimoji="1" lang="ja-JP" altLang="en-US" dirty="0" smtClean="0"/>
              <a:t>音楽はこちらから</a:t>
            </a:r>
            <a:endParaRPr kumimoji="1" lang="en-US" altLang="ja-JP" dirty="0" smtClean="0"/>
          </a:p>
          <a:p>
            <a:pPr marL="0" indent="0">
              <a:buNone/>
            </a:pPr>
            <a:r>
              <a:rPr lang="en-US" altLang="ja-JP" dirty="0">
                <a:hlinkClick r:id="rId3"/>
              </a:rPr>
              <a:t>6.200</a:t>
            </a:r>
            <a:r>
              <a:rPr lang="ja-JP" altLang="en-US" dirty="0">
                <a:hlinkClick r:id="rId3"/>
              </a:rPr>
              <a:t>万点以上の高品質なフリー画像素材 </a:t>
            </a:r>
            <a:r>
              <a:rPr lang="en-US" altLang="ja-JP" dirty="0" smtClean="0">
                <a:hlinkClick r:id="rId3"/>
              </a:rPr>
              <a:t>– </a:t>
            </a:r>
            <a:r>
              <a:rPr lang="en-US" altLang="ja-JP" dirty="0" err="1" smtClean="0">
                <a:hlinkClick r:id="rId3"/>
              </a:rPr>
              <a:t>Pixabay</a:t>
            </a:r>
            <a:endParaRPr lang="en-US" altLang="ja-JP" dirty="0" smtClean="0"/>
          </a:p>
          <a:p>
            <a:pPr marL="0" indent="0">
              <a:buNone/>
            </a:pPr>
            <a:r>
              <a:rPr kumimoji="1" lang="ja-JP" altLang="en-US" dirty="0" smtClean="0"/>
              <a:t>タイトルなど一部に</a:t>
            </a:r>
            <a:r>
              <a:rPr kumimoji="1" lang="en-US" altLang="ja-JP" dirty="0" smtClean="0"/>
              <a:t>AI</a:t>
            </a:r>
            <a:r>
              <a:rPr kumimoji="1" lang="ja-JP" altLang="en-US" dirty="0" smtClean="0"/>
              <a:t>を使ってイラスト作成をしてもらいました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353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347</Words>
  <Application>Microsoft Office PowerPoint</Application>
  <PresentationFormat>ワイド画面</PresentationFormat>
  <Paragraphs>32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制作物紹介</vt:lpstr>
      <vt:lpstr> 制作物ジャンル リズムゲーム 製作期間：2026年7月2日～ 2026年7月10日</vt:lpstr>
      <vt:lpstr>操作説明</vt:lpstr>
      <vt:lpstr>流れてくるノーツ紹介</vt:lpstr>
      <vt:lpstr>苦労したところ</vt:lpstr>
      <vt:lpstr>PowerPoint プレゼンテーション</vt:lpstr>
      <vt:lpstr>プレイヤーや地面などは、Blender で1から作りました。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制作物紹介</dc:title>
  <dc:creator>student</dc:creator>
  <cp:lastModifiedBy> </cp:lastModifiedBy>
  <cp:revision>14</cp:revision>
  <dcterms:created xsi:type="dcterms:W3CDTF">2026-07-23T07:36:27Z</dcterms:created>
  <dcterms:modified xsi:type="dcterms:W3CDTF">2026-10-06T05:06:30Z</dcterms:modified>
</cp:coreProperties>
</file>